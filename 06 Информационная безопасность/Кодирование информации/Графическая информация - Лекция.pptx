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0" r:id="rId22"/>
    <p:sldId id="281" r:id="rId23"/>
    <p:sldId id="28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0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9946996" cy="1646302"/>
          </a:xfrm>
        </p:spPr>
        <p:txBody>
          <a:bodyPr/>
          <a:lstStyle/>
          <a:p>
            <a:r>
              <a:rPr lang="ru-RU" dirty="0"/>
              <a:t>КОДИРОВАНИЕ ГРАФИЧЕСКОЙ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275512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Растровое кодирование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3880" y="1813050"/>
            <a:ext cx="7242747" cy="253436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470" y="4845802"/>
            <a:ext cx="4210050" cy="2286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5395954"/>
            <a:ext cx="11035877" cy="66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496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9" y="185489"/>
            <a:ext cx="11689881" cy="146684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91" y="1693084"/>
            <a:ext cx="5875672" cy="285602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476" y="1749373"/>
            <a:ext cx="4066979" cy="9677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476" y="3358284"/>
            <a:ext cx="3554941" cy="68805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095" y="5036695"/>
            <a:ext cx="11620735" cy="30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371600"/>
            <a:ext cx="10708308" cy="259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81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51" y="0"/>
            <a:ext cx="5548679" cy="112294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23" y="865771"/>
            <a:ext cx="8282573" cy="324100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51" y="3936337"/>
            <a:ext cx="9719512" cy="275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99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02948"/>
            <a:ext cx="9733992" cy="220295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2337052"/>
            <a:ext cx="2771719" cy="279916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052" y="2405904"/>
            <a:ext cx="8308309" cy="101106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052" y="3513434"/>
            <a:ext cx="8349727" cy="51524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981" y="5232679"/>
            <a:ext cx="11227380" cy="121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480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483395"/>
            <a:ext cx="9945438" cy="489071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5374105"/>
            <a:ext cx="10902276" cy="126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67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71" y="379411"/>
            <a:ext cx="10856886" cy="37949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71" y="858170"/>
            <a:ext cx="11541782" cy="416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69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30399"/>
            <a:ext cx="11513152" cy="309077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79411"/>
            <a:ext cx="11088062" cy="83978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1119982"/>
            <a:ext cx="11354093" cy="67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27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537841"/>
            <a:ext cx="4907991" cy="111599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75" y="4937250"/>
            <a:ext cx="10259700" cy="150601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475" y="192818"/>
            <a:ext cx="8282573" cy="324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09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609599"/>
            <a:ext cx="10048192" cy="255069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791535"/>
            <a:ext cx="10735792" cy="211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689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473075"/>
            <a:ext cx="11110901" cy="217387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240" y="3032207"/>
            <a:ext cx="8411300" cy="239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87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379411"/>
            <a:ext cx="10295466" cy="186723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998" y="2160589"/>
            <a:ext cx="2527276" cy="234203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8" y="4569570"/>
            <a:ext cx="10774432" cy="169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702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03" y="379411"/>
            <a:ext cx="10924782" cy="127292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64" y="2122197"/>
            <a:ext cx="10822413" cy="179671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326" y="4149103"/>
            <a:ext cx="11018690" cy="158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09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438150"/>
            <a:ext cx="4760411" cy="79709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b="8251"/>
          <a:stretch/>
        </p:blipFill>
        <p:spPr>
          <a:xfrm>
            <a:off x="548997" y="1113422"/>
            <a:ext cx="11176070" cy="515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74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545449"/>
            <a:ext cx="10078345" cy="161719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61523"/>
            <a:ext cx="10365003" cy="115018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1478757"/>
            <a:ext cx="10247340" cy="155341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629" y="3032175"/>
            <a:ext cx="3165128" cy="36365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33" y="5138053"/>
            <a:ext cx="10078345" cy="145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417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63189"/>
            <a:ext cx="9316898" cy="183819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52" y="2276811"/>
            <a:ext cx="10724727" cy="155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795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65087"/>
            <a:ext cx="10589748" cy="340000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695284"/>
            <a:ext cx="5381625" cy="12573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5396745"/>
            <a:ext cx="11298907" cy="128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12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1811"/>
            <a:ext cx="10260151" cy="379588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71" y="3817691"/>
            <a:ext cx="10131814" cy="293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057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713" y="100809"/>
            <a:ext cx="5074820" cy="205978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07" y="2309732"/>
            <a:ext cx="11267493" cy="358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8000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493" y="1048084"/>
            <a:ext cx="9324685" cy="517625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641" y="527765"/>
            <a:ext cx="7056081" cy="78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86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9" y="379411"/>
            <a:ext cx="7848967" cy="57751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44" y="1129338"/>
            <a:ext cx="2847975" cy="20955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792" y="1026379"/>
            <a:ext cx="6783113" cy="60845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660" y="1506060"/>
            <a:ext cx="4959627" cy="60779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271" y="2102506"/>
            <a:ext cx="9575119" cy="49103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272" y="2579717"/>
            <a:ext cx="2495026" cy="48149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5043" y="3141720"/>
            <a:ext cx="4182946" cy="42837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359" y="3662835"/>
            <a:ext cx="7403981" cy="750634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9660" y="4418835"/>
            <a:ext cx="8486121" cy="569191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7792" y="4952125"/>
            <a:ext cx="4757787" cy="520383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9660" y="5356782"/>
            <a:ext cx="7519809" cy="683619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2991" y="5865663"/>
            <a:ext cx="5054120" cy="64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8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1650331"/>
            <a:ext cx="8285627" cy="373981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609600"/>
            <a:ext cx="5280146" cy="57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000340"/>
      </p:ext>
    </p:extLst>
  </p:cSld>
  <p:clrMapOvr>
    <a:masterClrMapping/>
  </p:clrMapOvr>
</p:sld>
</file>

<file path=ppt/theme/theme1.xml><?xml version="1.0" encoding="utf-8"?>
<a:theme xmlns:a="http://schemas.openxmlformats.org/drawingml/2006/main" name="Грань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1281</TotalTime>
  <Words>5</Words>
  <Application>Microsoft Office PowerPoint</Application>
  <PresentationFormat>Широкоэкранный</PresentationFormat>
  <Paragraphs>2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Trebuchet MS</vt:lpstr>
      <vt:lpstr>Wingdings 3</vt:lpstr>
      <vt:lpstr>Грань</vt:lpstr>
      <vt:lpstr>КОДИРОВАНИЕ ГРАФИЧЕСКОЙ ИНФОРМАЦИИ</vt:lpstr>
      <vt:lpstr>Растровое кодирование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КОДИРОВАНИЕ ГРАФИЧЕСКОЙ ИНФОРМАЦИИ</dc:title>
  <dc:creator>Oliko</dc:creator>
  <cp:lastModifiedBy>Андрей Пришутов</cp:lastModifiedBy>
  <cp:revision>11</cp:revision>
  <dcterms:created xsi:type="dcterms:W3CDTF">2019-11-26T06:55:19Z</dcterms:created>
  <dcterms:modified xsi:type="dcterms:W3CDTF">2023-10-26T12:01:15Z</dcterms:modified>
</cp:coreProperties>
</file>